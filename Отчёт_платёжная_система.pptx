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8ea5cdcd64f6f" /><Relationship Type="http://schemas.openxmlformats.org/officeDocument/2006/relationships/extended-properties" Target="/docProps/app.xml" Id="Rd064b4ff1c8b47c7" /><Relationship Type="http://schemas.openxmlformats.org/officeDocument/2006/relationships/officeDocument" Target="/ppt/presentation.xml" Id="R6721e848909f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48942ee1d44d40"/>
  </p:sldMasterIdLst>
  <p:notesMasterIdLst>
    <p:notesMasterId xmlns:r="http://schemas.openxmlformats.org/officeDocument/2006/relationships" r:id="R6100c716279442ca"/>
  </p:notesMasterIdLst>
  <p:sldIdLst>
    <p:sldId xmlns:r="http://schemas.openxmlformats.org/officeDocument/2006/relationships" id="256" r:id="Rc4ce496675ab40d6"/>
    <p:sldId xmlns:r="http://schemas.openxmlformats.org/officeDocument/2006/relationships" id="257" r:id="R9c1c105e06684cb5"/>
    <p:sldId xmlns:r="http://schemas.openxmlformats.org/officeDocument/2006/relationships" id="258" r:id="R11d0857c76a146c6"/>
    <p:sldId xmlns:r="http://schemas.openxmlformats.org/officeDocument/2006/relationships" id="259" r:id="R5cdf4d2b953b4c64"/>
    <p:sldId xmlns:r="http://schemas.openxmlformats.org/officeDocument/2006/relationships" id="260" r:id="R96f0e7e1c37d4cf3"/>
    <p:sldId xmlns:r="http://schemas.openxmlformats.org/officeDocument/2006/relationships" id="261" r:id="R7610bb4b11ee495a"/>
    <p:sldId xmlns:r="http://schemas.openxmlformats.org/officeDocument/2006/relationships" id="262" r:id="R661b5f558ef94a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f415271484a41" /><Relationship Type="http://schemas.openxmlformats.org/officeDocument/2006/relationships/slideMaster" Target="/ppt/slideMasters/slideMaster1.xml" Id="R7348942ee1d44d40" /><Relationship Type="http://schemas.openxmlformats.org/officeDocument/2006/relationships/notesMaster" Target="/ppt/notesMasters/notesMaster1.xml" Id="R6100c716279442ca" /><Relationship Type="http://schemas.openxmlformats.org/officeDocument/2006/relationships/presProps" Target="/ppt/presProps.xml" Id="Rd2ed1602aa5f4c0a" /><Relationship Type="http://schemas.openxmlformats.org/officeDocument/2006/relationships/tableStyles" Target="/ppt/tableStyles.xml" Id="R863efb2d895143c5" /><Relationship Type="http://schemas.openxmlformats.org/officeDocument/2006/relationships/slide" Target="/ppt/slides/slide1.xml" Id="Rc4ce496675ab40d6" /><Relationship Type="http://schemas.openxmlformats.org/officeDocument/2006/relationships/slide" Target="/ppt/slides/slide2.xml" Id="R9c1c105e06684cb5" /><Relationship Type="http://schemas.openxmlformats.org/officeDocument/2006/relationships/slide" Target="/ppt/slides/slide3.xml" Id="R11d0857c76a146c6" /><Relationship Type="http://schemas.openxmlformats.org/officeDocument/2006/relationships/slide" Target="/ppt/slides/slide4.xml" Id="R5cdf4d2b953b4c64" /><Relationship Type="http://schemas.openxmlformats.org/officeDocument/2006/relationships/slide" Target="/ppt/slides/slide5.xml" Id="R96f0e7e1c37d4cf3" /><Relationship Type="http://schemas.openxmlformats.org/officeDocument/2006/relationships/slide" Target="/ppt/slides/slide6.xml" Id="R7610bb4b11ee495a" /><Relationship Type="http://schemas.openxmlformats.org/officeDocument/2006/relationships/slide" Target="/ppt/slides/slide7.xml" Id="R661b5f558ef9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cf4772c90f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1a1adcc8d44974" /><Relationship Type="http://schemas.openxmlformats.org/officeDocument/2006/relationships/notesMaster" Target="/ppt/notesMasters/notesMaster1.xml" Id="R26cd6c21771a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676b7a8b8c40d6" /><Relationship Type="http://schemas.openxmlformats.org/officeDocument/2006/relationships/notesMaster" Target="/ppt/notesMasters/notesMaster1.xml" Id="Rbf2046eb0f984d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a7210763a84619" /><Relationship Type="http://schemas.openxmlformats.org/officeDocument/2006/relationships/notesMaster" Target="/ppt/notesMasters/notesMaster1.xml" Id="R66ff6ca732e640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04dd3428884a23" /><Relationship Type="http://schemas.openxmlformats.org/officeDocument/2006/relationships/notesMaster" Target="/ppt/notesMasters/notesMaster1.xml" Id="Rfaffb009739f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c4b8b47d5d4897" /><Relationship Type="http://schemas.openxmlformats.org/officeDocument/2006/relationships/notesMaster" Target="/ppt/notesMasters/notesMaster1.xml" Id="R50b6f8cd11fe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65d2dbcd9e4ec2" /><Relationship Type="http://schemas.openxmlformats.org/officeDocument/2006/relationships/notesMaster" Target="/ppt/notesMasters/notesMaster1.xml" Id="R39e879d9994b49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f1b188433448c3" /><Relationship Type="http://schemas.openxmlformats.org/officeDocument/2006/relationships/notesMaster" Target="/ppt/notesMasters/notesMaster1.xml" Id="R0a10c752e24c4a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Система реализует требования учебного задания. Возврат и отмена подписки выполняются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Состояние операций проверяется фоновым потоком через API ЮKassa. Возвращение браузера само по себе не подтверждает оплату. Приложение запускается локально в одном процессе.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тестовом магазине прошла оплата на 100 рублей и полный возврат.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демонстрации дату следующего списания перенесли вручную.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первого отказа повтор запланирован через 24 часа. После повторного отказа подписка приостанавливается.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тестовом магазине проверены оплата, возврат, автоплатёж и повторное списание. Для демонстрации дату следующего списания перенесли вручную.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b1e6b7b2e47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9677e175748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434eec9bf47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b6d737cb74b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bd8635f7c49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fddaaea72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F764D-1DF4-4B3D-AAF4-6EDDEB935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DE5B07-2067-44D9-B5ED-1F839F49C5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1747DA-AF13-4F49-ACDD-F362F921B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819985-4159-447F-B02F-B568E4367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88D511-BD97-4EAA-891A-BCE3397B30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7CDD7B-4D6D-4C77-A1D4-AC7D0B575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878C7C-F2B5-4A29-A6E2-A824292B85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A7E87B-B1AF-4D93-BD52-06FD8AC480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0C7CAE-A2DA-4BF2-A104-CD23235F3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95AEC4-E4D3-474C-A841-FEF10D4D8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5c4cc027704c02" /><Relationship Type="http://schemas.openxmlformats.org/officeDocument/2006/relationships/slideLayout" Target="/ppt/slideLayouts/slideLayout1.xml" Id="R940c398f67314b04" /><Relationship Type="http://schemas.openxmlformats.org/officeDocument/2006/relationships/slideLayout" Target="/ppt/slideLayouts/slideLayout2.xml" Id="Ra58ea5e710a54daa" /><Relationship Type="http://schemas.openxmlformats.org/officeDocument/2006/relationships/slideLayout" Target="/ppt/slideLayouts/slideLayout3.xml" Id="Raa3ad2e34b5e491f" /><Relationship Type="http://schemas.openxmlformats.org/officeDocument/2006/relationships/slideLayout" Target="/ppt/slideLayouts/slideLayout4.xml" Id="Re8c9e4af6ea249b3" /><Relationship Type="http://schemas.openxmlformats.org/officeDocument/2006/relationships/slideLayout" Target="/ppt/slideLayouts/slideLayout5.xml" Id="R6a55c51389944f88" /><Relationship Type="http://schemas.openxmlformats.org/officeDocument/2006/relationships/slideLayout" Target="/ppt/slideLayouts/slideLayout6.xml" Id="R4f1ae3bac2b1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c398f67314b04"/>
    <p:sldLayoutId xmlns:r="http://schemas.openxmlformats.org/officeDocument/2006/relationships" id="2147483650" r:id="Ra58ea5e710a54daa"/>
    <p:sldLayoutId xmlns:r="http://schemas.openxmlformats.org/officeDocument/2006/relationships" id="2147483651" r:id="Raa3ad2e34b5e491f"/>
    <p:sldLayoutId xmlns:r="http://schemas.openxmlformats.org/officeDocument/2006/relationships" id="2147483652" r:id="Re8c9e4af6ea249b3"/>
    <p:sldLayoutId xmlns:r="http://schemas.openxmlformats.org/officeDocument/2006/relationships" id="2147483653" r:id="R6a55c51389944f88"/>
    <p:sldLayoutId xmlns:r="http://schemas.openxmlformats.org/officeDocument/2006/relationships" id="2147483654" r:id="R4f1ae3bac2b1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990b6d7b749df" /><Relationship Type="http://schemas.openxmlformats.org/officeDocument/2006/relationships/notesSlide" Target="/ppt/notesSlides/notesSlide1.xml" Id="R8dea735775684e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f82dc45eb4496" /><Relationship Type="http://schemas.openxmlformats.org/officeDocument/2006/relationships/notesSlide" Target="/ppt/notesSlides/notesSlide2.xml" Id="Racf6a9a9a8f048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27a8be1f44a87" /><Relationship Type="http://schemas.openxmlformats.org/officeDocument/2006/relationships/notesSlide" Target="/ppt/notesSlides/notesSlide3.xml" Id="R849d65a407724d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344eacd9a4f39" /><Relationship Type="http://schemas.openxmlformats.org/officeDocument/2006/relationships/image" Target="/ppt/media/image.png" Id="Rdfbd19c034fe4624" /><Relationship Type="http://schemas.openxmlformats.org/officeDocument/2006/relationships/notesSlide" Target="/ppt/notesSlides/notesSlide4.xml" Id="R9e0d7dc82945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d4fcdb9ca4e0a" /><Relationship Type="http://schemas.openxmlformats.org/officeDocument/2006/relationships/image" Target="/ppt/media/image2.png" Id="Rf551fc8590a3497a" /><Relationship Type="http://schemas.openxmlformats.org/officeDocument/2006/relationships/notesSlide" Target="/ppt/notesSlides/notesSlide5.xml" Id="Rca116583f6c544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e5686b54043d1" /><Relationship Type="http://schemas.openxmlformats.org/officeDocument/2006/relationships/image" Target="/ppt/media/image3.png" Id="R273b546a1f4c4952" /><Relationship Type="http://schemas.openxmlformats.org/officeDocument/2006/relationships/notesSlide" Target="/ppt/notesSlides/notesSlide6.xml" Id="Rbd6d1fe4c210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af2746ef44991" /><Relationship Type="http://schemas.openxmlformats.org/officeDocument/2006/relationships/notesSlide" Target="/ppt/notesSlides/notesSlide7.xml" Id="R2b74d82a55884c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4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37C1C-AD3C-4704-B105-8A1D5394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8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Платёжная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BE65A-B516-4895-AF17-B15532B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670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Учебный проект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9F056-A4CA-47F3-81AB-F472356C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95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Оплата, возвраты и автоматические списания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F9372-DB71-455B-9AE4-37D6C4F3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2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Python / Flask / SQLite / ЮKassa / Telegram</a:t>
            </a:r>
          </a:p>
        </p:txBody>
      </p:sp>
    </p:spTree>
    <p:extLst>
      <p:ext uri="{BB962C8B-B14F-4D97-AF65-F5344CB8AC3E}">
        <p14:creationId xmlns:p14="http://schemas.microsoft.com/office/powerpoint/2010/main" val="1677244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7296C-986F-4F11-9EA8-9D46C5C1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Задача и функции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01A39-5726-4C4D-A065-18311FCB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04423-6B34-4043-8546-1DDC439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621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Оплата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57FCD-B312-453A-BDB0-E8E2EBB5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690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Пользователь оплачивает на странице ЮKassa.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250FD-6935-4901-8B43-3A0E80C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6A136-DBC0-4EDF-A882-09804011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Возврат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CEBFB-2FD8-4289-BBB3-F08E4E01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19400"/>
            <a:ext cx="690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Приложение создаёт полный возврат успешного платежа.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9EAA9-5497-475D-B8E2-AF82CC08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CCB30-9713-42F3-89BE-E5384AE8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766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Автоплатежи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232A7-CB62-4961-964B-106DAD56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76675"/>
            <a:ext cx="690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Списания выполняются по выбранному интервалу.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46866-5EC6-46A5-985F-D24FACB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3D38D-793C-49C5-B024-06AACA9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Уведомления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050DA-A1D6-4A1E-BFB3-6004D9DA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690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Telegram получает статус и причину отказа.</a:t>
            </a:r>
          </a:p>
        </p:txBody>
      </p:sp>
    </p:spTree>
    <p:extLst>
      <p:ext uri="{BB962C8B-B14F-4D97-AF65-F5344CB8AC3E}">
        <p14:creationId xmlns:p14="http://schemas.microsoft.com/office/powerpoint/2010/main" val="309988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8A9B3-2BAD-4AAB-963A-504A0ECA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Как работает система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D2211-D29E-4111-9A94-F8B338A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Браузер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D57D3-C8F7-4309-AB59-9063C901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Форма оплаты, история и управление подписками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196B0-6A85-4A2A-A822-9E70BB04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Flask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71806-F045-44F2-9AB0-25518A40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527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Создание платежей и фоновая проверка каждые 30 секунд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FEEDF-A62E-4CB8-87DA-10469D4B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F416F-B3E1-4B6F-AC28-34761BE1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290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Статусы операций, расписание и очередь уведомлений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F3DD8-EE14-4C38-A43F-3DC65A4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ЮKassa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3D93E-E197-48A4-B3BA-4505B201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053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Страница оплаты, сохранённый способ и возвраты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E1CD8-B6E9-4D1C-9C9A-74B908BD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1808B-7E3D-4AF5-AF4E-0316F42B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816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Сообщения об успешных и неуспешных операциях</a:t>
            </a:r>
          </a:p>
        </p:txBody>
      </p:sp>
    </p:spTree>
    <p:extLst>
      <p:ext uri="{BB962C8B-B14F-4D97-AF65-F5344CB8AC3E}">
        <p14:creationId xmlns:p14="http://schemas.microsoft.com/office/powerpoint/2010/main" val="35228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12400-98A8-4386-BEA1-6243735F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Оплата и возврат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8984C-291E-4B3A-AF38-7C0ABF764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d19c034fe4624"/>
          <a:stretch xmlns:a="http://schemas.openxmlformats.org/drawingml/2006/main"/>
        </p:blipFill>
        <p:spPr>
          <a:xfrm xmlns:a="http://schemas.openxmlformats.org/drawingml/2006/main">
            <a:off x="666750" y="1638332"/>
            <a:ext cx="10763250" cy="45147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33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42750-915E-4EF8-9A39-6E3CEC20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Результаты автоплатежей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7DF5D-4123-4A20-8BF0-1FE3D8DEA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1fc8590a3497a"/>
          <a:stretch xmlns:a="http://schemas.openxmlformats.org/drawingml/2006/main"/>
        </p:blipFill>
        <p:spPr>
          <a:xfrm xmlns:a="http://schemas.openxmlformats.org/drawingml/2006/main">
            <a:off x="695325" y="1676328"/>
            <a:ext cx="10763250" cy="32957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E0D0B-6C80-458E-94FB-2EEF2FF7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Причина отказа: недостаточно средств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DC4D3-403D-4CCE-8244-4B30270E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Для демонстрации дату следующего списания перенесли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180180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32332-5BEA-4F4A-ACF9-DBD2426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Уведомления в Telegram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B7314-A25B-43E3-8C9A-D857510F8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b546a1f4c4952"/>
          <a:stretch xmlns:a="http://schemas.openxmlformats.org/drawingml/2006/main"/>
        </p:blipFill>
        <p:spPr>
          <a:xfrm xmlns:a="http://schemas.openxmlformats.org/drawingml/2006/main">
            <a:off x="773204" y="1524000"/>
            <a:ext cx="6206942" cy="4895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3EE97-36C8-4F89-95E0-71EDAB66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При первом отказе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BC6E9-EBCE-440E-83FF-BC8135A5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3876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Повтор запланирован через 24 часа.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7BBC0-49E4-496D-BE6D-1B07EB65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052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При повторном отказе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6695F-3B0A-4256-93CB-27E1801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00525"/>
            <a:ext cx="3876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A8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A82"/>
                </a:solidFill>
                <a:latin typeface="Arial"/>
                <a:ea typeface="Arial"/>
                <a:cs typeface="Arial"/>
              </a:rPr>
              <a:t>Подписка приостанавливается.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1996461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33573-AB20-4395-B5B4-57E15C7C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437"/>
                </a:solidFill>
                <a:latin typeface="Arial"/>
                <a:ea typeface="Arial"/>
                <a:cs typeface="Arial"/>
              </a:rPr>
              <a:t>Результат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16D23-F64A-482D-B0A7-99987ED5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D732-0882-4D0E-9DDA-1E26791B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621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Успешная оплата и полный возврат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C2B0F-B3F6-40FF-81C2-3A2B2B47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96865-BF2D-4AC4-8618-A3557108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50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Успешный автоплатёж по сохранённому способу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7E006-993F-4D77-A853-27B5F281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94595-833C-4805-9815-DEE0CFB6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480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Отказ и повтор с причиной insufficient_funds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78E55-6D61-4FB0-AEAE-F03F4055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85FB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FB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B4DDC-A80E-4A97-B03C-796CD27A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909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824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437"/>
                </a:solidFill>
                <a:latin typeface="Arial"/>
                <a:ea typeface="Arial"/>
                <a:cs typeface="Arial"/>
              </a:rPr>
              <a:t>Сообщения в Telegram и приостановка подписки</a:t>
            </a:r>
          </a:p>
        </p:txBody>
      </p:sp>
    </p:spTree>
    <p:extLst>
      <p:ext uri="{BB962C8B-B14F-4D97-AF65-F5344CB8AC3E}">
        <p14:creationId xmlns:p14="http://schemas.microsoft.com/office/powerpoint/2010/main" val="632848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2026-10-29T15:34:36.8550000Z</dcterms:created>
  <dcterms:modified xsi:type="dcterms:W3CDTF">2026-10-29T15:34:36.8550000Z</dcterms:modified>
</coreProperties>
</file>